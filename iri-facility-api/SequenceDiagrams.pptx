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47D1A-07DD-D762-F9F5-0404DACE1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FA8169-F81C-FFD6-E29E-63707F9C3D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6AAC8-4064-B295-1CF9-C6A6A99E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C744F-FEF4-F14F-854E-4A12649E754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32920-4FE0-8C9B-C4E6-BBB1D8B99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74F4C-51DA-7292-1C0D-B01AEE256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EDE08-0963-8D4E-A5D8-C8504DA40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376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9AE8A-9F60-8A81-509D-ECBD0DAE8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B0BC0-7E68-1113-B556-3529BF882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49404-6A5F-34F0-B8EC-BD40A03A9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C744F-FEF4-F14F-854E-4A12649E754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A2BF1-3CA2-2305-DEDE-686C58B85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EEB6E-2CCA-D050-6816-BFFF5E95E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EDE08-0963-8D4E-A5D8-C8504DA40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288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D5EC7-C889-C9A3-E010-C0DFFF064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26B688-82CE-FDBF-CE12-77CD45B62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22222-9E6A-E7E2-E5AA-443E8F2CA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C744F-FEF4-F14F-854E-4A12649E754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FEE98-5812-8049-B8C4-01183D73D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D4436-AB03-39E0-24B0-796045533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EDE08-0963-8D4E-A5D8-C8504DA40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692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E75AC-87DD-973F-6A30-0B248B57B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49016-9E0D-5101-BDCC-B7727A9B68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F9D730-B2B0-E3A7-57C9-AF47881F32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7B9B3F-0942-54B5-B4EC-434DB7DC2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C744F-FEF4-F14F-854E-4A12649E754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48F39E-213D-C3C4-3355-8A06FF60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1A80D5-5425-E677-D8F4-0ED7BBA31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EDE08-0963-8D4E-A5D8-C8504DA40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03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07A96-DADF-B148-BFC0-60759EE3D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3DE745-2EA5-74EC-21A8-70524412F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635D22-2ACD-116E-26E6-6A6A247A6F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15A9A3-A77C-A6D7-D64F-909826A553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9EB796-2981-15D4-EFC3-824FA61253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040134-5891-A5C0-CFB9-ED58A38E1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C744F-FEF4-F14F-854E-4A12649E754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350A0A-78AF-BFE0-31E4-9D81F9552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038936-D57C-EFAE-9328-05E845DDD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EDE08-0963-8D4E-A5D8-C8504DA40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552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ADA25-884A-BB16-B68A-36C0DEA86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2FDC0-DB55-94C0-AD1C-F27BF83E6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C744F-FEF4-F14F-854E-4A12649E754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04B7A9-A226-8DD2-4D71-DBC1DE076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E19FC-E800-7E44-BB4C-436D587D6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EDE08-0963-8D4E-A5D8-C8504DA40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484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14B9F6-30ED-7103-623E-3418F4C2D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C744F-FEF4-F14F-854E-4A12649E754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3550AB-6EF8-3D69-9D2E-0872FDC5C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AC192-93C2-24A0-C535-62C8C1845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EDE08-0963-8D4E-A5D8-C8504DA40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753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33F0A-82BE-430B-0B13-F7D88357E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867E3-A01E-639B-C259-09DDC457D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E10963-53D8-E3CF-58A6-69801CA5C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108E2-E316-68D5-0AC5-4992C6F5C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C744F-FEF4-F14F-854E-4A12649E754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9B27AD-F7D8-502C-6C26-5B17C547A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0C8A06-A40E-7D27-8B55-1F77B97FB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EDE08-0963-8D4E-A5D8-C8504DA40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11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6994C-8412-45C0-F438-BE8B45CC9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5B73E8-F130-3DBD-DD6B-4942960D28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F9E8F9-D085-0A38-B4E4-ADD9FA73D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BBB43C-8DF5-0575-603C-682ADF80B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C744F-FEF4-F14F-854E-4A12649E754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534AE-BE14-E95A-B77A-24D25B688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758D84-93B7-89F5-28FC-0AE46758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EDE08-0963-8D4E-A5D8-C8504DA40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738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763AC-0651-C24C-4DF3-734EADED2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DE5B6C-E654-9CC2-1CAD-B00DAA5E3B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1377B-BCF0-3C5F-12FE-96577FCA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C744F-FEF4-F14F-854E-4A12649E754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9BAB6-B671-1DC1-3E5E-B45121620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4F90A-2B49-AE8E-735B-FDC074EE9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EDE08-0963-8D4E-A5D8-C8504DA40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35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C66E05-E823-FC22-626D-52631CE21F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DB6F9A-741D-99FD-1B82-B42952B28A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6C260-43DB-93EB-3B78-32ADAD92B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C744F-FEF4-F14F-854E-4A12649E754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2B0B2-BB30-F961-5619-BAADA1714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49A43-5683-B78C-DDD7-2BD5E12C2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EDE08-0963-8D4E-A5D8-C8504DA40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910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4D960-06C5-708D-B9B7-C313E3771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C6CCF4-E58C-4393-C254-CB64E3F8D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7409D-5C2A-6CF3-CA35-983FE33D47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9C744F-FEF4-F14F-854E-4A12649E754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DC1F2-356B-B9F6-5EF1-BE574A8BAE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CCB87-C3DC-C8D3-447B-E646505450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3EDE08-0963-8D4E-A5D8-C8504DA40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672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iley Face 3">
            <a:extLst>
              <a:ext uri="{FF2B5EF4-FFF2-40B4-BE49-F238E27FC236}">
                <a16:creationId xmlns:a16="http://schemas.microsoft.com/office/drawing/2014/main" id="{1A9CDFAD-1360-A507-DA89-D53288EBF87A}"/>
              </a:ext>
            </a:extLst>
          </p:cNvPr>
          <p:cNvSpPr/>
          <p:nvPr/>
        </p:nvSpPr>
        <p:spPr>
          <a:xfrm>
            <a:off x="712381" y="1446028"/>
            <a:ext cx="574159" cy="627321"/>
          </a:xfrm>
          <a:prstGeom prst="smileyFace">
            <a:avLst/>
          </a:prstGeom>
          <a:noFill/>
          <a:ln w="1587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9E6CD3-EE69-03EC-3964-069C0D02D67E}"/>
              </a:ext>
            </a:extLst>
          </p:cNvPr>
          <p:cNvSpPr txBox="1"/>
          <p:nvPr/>
        </p:nvSpPr>
        <p:spPr>
          <a:xfrm>
            <a:off x="2345989" y="1528281"/>
            <a:ext cx="1268296" cy="369332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AMSc</a:t>
            </a:r>
            <a:r>
              <a:rPr lang="en-US" dirty="0"/>
              <a:t> Auth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D81E5C-4803-8588-7510-47D0D0D1ACF8}"/>
              </a:ext>
            </a:extLst>
          </p:cNvPr>
          <p:cNvSpPr txBox="1"/>
          <p:nvPr/>
        </p:nvSpPr>
        <p:spPr>
          <a:xfrm>
            <a:off x="4673734" y="1528281"/>
            <a:ext cx="1130438" cy="369332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AMSc</a:t>
            </a:r>
            <a:r>
              <a:rPr lang="en-US" dirty="0"/>
              <a:t> API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3DC4BD-6441-0040-6E6E-10FE4A713026}"/>
              </a:ext>
            </a:extLst>
          </p:cNvPr>
          <p:cNvSpPr txBox="1"/>
          <p:nvPr/>
        </p:nvSpPr>
        <p:spPr>
          <a:xfrm>
            <a:off x="7001479" y="1571916"/>
            <a:ext cx="752129" cy="369332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IP API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DCD9DA-6C82-EC13-1EBE-93E6D26857D8}"/>
              </a:ext>
            </a:extLst>
          </p:cNvPr>
          <p:cNvSpPr txBox="1"/>
          <p:nvPr/>
        </p:nvSpPr>
        <p:spPr>
          <a:xfrm>
            <a:off x="8950915" y="1528281"/>
            <a:ext cx="1369349" cy="369332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IP Resource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ED0357-664B-E7F8-04CB-C9C86B1721F9}"/>
              </a:ext>
            </a:extLst>
          </p:cNvPr>
          <p:cNvCxnSpPr>
            <a:stCxn id="4" idx="4"/>
          </p:cNvCxnSpPr>
          <p:nvPr/>
        </p:nvCxnSpPr>
        <p:spPr>
          <a:xfrm flipH="1">
            <a:off x="999460" y="2073349"/>
            <a:ext cx="1" cy="3870251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4BC049-96EF-1E22-9397-7095E4064BD2}"/>
              </a:ext>
            </a:extLst>
          </p:cNvPr>
          <p:cNvCxnSpPr/>
          <p:nvPr/>
        </p:nvCxnSpPr>
        <p:spPr>
          <a:xfrm flipH="1">
            <a:off x="2975350" y="1897612"/>
            <a:ext cx="1" cy="3870251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645F67D-AF7A-4359-398B-AF2ED2DAF923}"/>
              </a:ext>
            </a:extLst>
          </p:cNvPr>
          <p:cNvCxnSpPr/>
          <p:nvPr/>
        </p:nvCxnSpPr>
        <p:spPr>
          <a:xfrm flipH="1">
            <a:off x="5233396" y="1899756"/>
            <a:ext cx="1" cy="3870251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8DE10D8-4DC0-BAEA-3EB0-035249ADA7E0}"/>
              </a:ext>
            </a:extLst>
          </p:cNvPr>
          <p:cNvCxnSpPr/>
          <p:nvPr/>
        </p:nvCxnSpPr>
        <p:spPr>
          <a:xfrm flipH="1">
            <a:off x="7377542" y="1941248"/>
            <a:ext cx="1" cy="3870251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87BA2C-9390-7A97-E607-580C2428DF7A}"/>
              </a:ext>
            </a:extLst>
          </p:cNvPr>
          <p:cNvCxnSpPr/>
          <p:nvPr/>
        </p:nvCxnSpPr>
        <p:spPr>
          <a:xfrm flipH="1">
            <a:off x="9635589" y="1897613"/>
            <a:ext cx="1" cy="3870251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54ECEECE-1150-BFB8-FDF3-8846572E5A70}"/>
              </a:ext>
            </a:extLst>
          </p:cNvPr>
          <p:cNvSpPr/>
          <p:nvPr/>
        </p:nvSpPr>
        <p:spPr>
          <a:xfrm>
            <a:off x="915021" y="2365025"/>
            <a:ext cx="172199" cy="32572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CD83DC-4B2E-EE11-2A0D-B7BBDE37BCE2}"/>
              </a:ext>
            </a:extLst>
          </p:cNvPr>
          <p:cNvSpPr/>
          <p:nvPr/>
        </p:nvSpPr>
        <p:spPr>
          <a:xfrm>
            <a:off x="5145161" y="2159074"/>
            <a:ext cx="172199" cy="32572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82AD87-74F1-A4D5-6463-0849CD7ECFBB}"/>
              </a:ext>
            </a:extLst>
          </p:cNvPr>
          <p:cNvSpPr/>
          <p:nvPr/>
        </p:nvSpPr>
        <p:spPr>
          <a:xfrm>
            <a:off x="7287012" y="2175551"/>
            <a:ext cx="172199" cy="32572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B72CA0-287C-D2D9-E963-1116B5AFE099}"/>
              </a:ext>
            </a:extLst>
          </p:cNvPr>
          <p:cNvSpPr/>
          <p:nvPr/>
        </p:nvSpPr>
        <p:spPr>
          <a:xfrm>
            <a:off x="9552421" y="2154952"/>
            <a:ext cx="172199" cy="32572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B95512-EFAD-1A3F-5136-56F25088BC89}"/>
              </a:ext>
            </a:extLst>
          </p:cNvPr>
          <p:cNvSpPr/>
          <p:nvPr/>
        </p:nvSpPr>
        <p:spPr>
          <a:xfrm>
            <a:off x="2887986" y="2311474"/>
            <a:ext cx="172199" cy="32572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AE2D87B-2FD8-359B-5ACC-FFEF117F71CE}"/>
              </a:ext>
            </a:extLst>
          </p:cNvPr>
          <p:cNvCxnSpPr/>
          <p:nvPr/>
        </p:nvCxnSpPr>
        <p:spPr>
          <a:xfrm>
            <a:off x="1087220" y="2644346"/>
            <a:ext cx="18007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A5F6E85-7EF1-77C6-8B1D-C3CEC2087EE8}"/>
              </a:ext>
            </a:extLst>
          </p:cNvPr>
          <p:cNvSpPr txBox="1"/>
          <p:nvPr/>
        </p:nvSpPr>
        <p:spPr>
          <a:xfrm>
            <a:off x="1286540" y="2365025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Auth Req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8B94534-B2ED-85E9-6142-835B890E6316}"/>
              </a:ext>
            </a:extLst>
          </p:cNvPr>
          <p:cNvCxnSpPr/>
          <p:nvPr/>
        </p:nvCxnSpPr>
        <p:spPr>
          <a:xfrm flipH="1">
            <a:off x="1087220" y="3039762"/>
            <a:ext cx="18007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0FCE5A8-4277-5DE3-4DB4-CA6A2BD84981}"/>
              </a:ext>
            </a:extLst>
          </p:cNvPr>
          <p:cNvSpPr txBox="1"/>
          <p:nvPr/>
        </p:nvSpPr>
        <p:spPr>
          <a:xfrm>
            <a:off x="1421027" y="2767912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Auth Resp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4423010-0841-DABB-6E78-1C09ADF17910}"/>
              </a:ext>
            </a:extLst>
          </p:cNvPr>
          <p:cNvCxnSpPr/>
          <p:nvPr/>
        </p:nvCxnSpPr>
        <p:spPr>
          <a:xfrm>
            <a:off x="1087220" y="3571103"/>
            <a:ext cx="40579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6E4ED39-A610-5BEA-F826-E086EA816FBA}"/>
              </a:ext>
            </a:extLst>
          </p:cNvPr>
          <p:cNvSpPr txBox="1"/>
          <p:nvPr/>
        </p:nvSpPr>
        <p:spPr>
          <a:xfrm>
            <a:off x="3212754" y="3243645"/>
            <a:ext cx="17412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Resource Req </a:t>
            </a:r>
          </a:p>
          <a:p>
            <a:r>
              <a:rPr lang="en-US" dirty="0"/>
              <a:t>with Auth Token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B5C83A-0D02-15D4-745A-B8AFC2C24956}"/>
              </a:ext>
            </a:extLst>
          </p:cNvPr>
          <p:cNvSpPr txBox="1"/>
          <p:nvPr/>
        </p:nvSpPr>
        <p:spPr>
          <a:xfrm>
            <a:off x="0" y="914400"/>
            <a:ext cx="2376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Registered </a:t>
            </a:r>
            <a:r>
              <a:rPr lang="en-US" dirty="0" err="1"/>
              <a:t>AMSc</a:t>
            </a:r>
            <a:r>
              <a:rPr lang="en-US" dirty="0"/>
              <a:t> User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981C62A-D375-D9C0-E556-1E0DE9DF02BB}"/>
              </a:ext>
            </a:extLst>
          </p:cNvPr>
          <p:cNvCxnSpPr/>
          <p:nvPr/>
        </p:nvCxnSpPr>
        <p:spPr>
          <a:xfrm>
            <a:off x="5317360" y="3940123"/>
            <a:ext cx="19696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DB748B1-F2A2-2EC6-9F09-B982809090E8}"/>
              </a:ext>
            </a:extLst>
          </p:cNvPr>
          <p:cNvSpPr txBox="1"/>
          <p:nvPr/>
        </p:nvSpPr>
        <p:spPr>
          <a:xfrm>
            <a:off x="5507609" y="3591524"/>
            <a:ext cx="1432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Request Resource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B118AF2-090F-6939-BB58-A7A3D700E5A1}"/>
              </a:ext>
            </a:extLst>
          </p:cNvPr>
          <p:cNvCxnSpPr/>
          <p:nvPr/>
        </p:nvCxnSpPr>
        <p:spPr>
          <a:xfrm>
            <a:off x="7459211" y="4139514"/>
            <a:ext cx="20932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CE96D68-C119-FB92-B904-E6D670771660}"/>
              </a:ext>
            </a:extLst>
          </p:cNvPr>
          <p:cNvSpPr txBox="1"/>
          <p:nvPr/>
        </p:nvSpPr>
        <p:spPr>
          <a:xfrm>
            <a:off x="7509049" y="3715646"/>
            <a:ext cx="2004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Request Resource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59D0C06-2E40-0EC4-600B-E0DF7915CD0C}"/>
              </a:ext>
            </a:extLst>
          </p:cNvPr>
          <p:cNvCxnSpPr/>
          <p:nvPr/>
        </p:nvCxnSpPr>
        <p:spPr>
          <a:xfrm flipH="1">
            <a:off x="7459211" y="4658497"/>
            <a:ext cx="20932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085719FB-9BE5-8C97-6572-8B39FA64679A}"/>
              </a:ext>
            </a:extLst>
          </p:cNvPr>
          <p:cNvSpPr txBox="1"/>
          <p:nvPr/>
        </p:nvSpPr>
        <p:spPr>
          <a:xfrm>
            <a:off x="7487785" y="4324862"/>
            <a:ext cx="2102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Resource Information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5162E86-7047-DEF9-9708-0688A40609D5}"/>
              </a:ext>
            </a:extLst>
          </p:cNvPr>
          <p:cNvCxnSpPr>
            <a:cxnSpLocks/>
          </p:cNvCxnSpPr>
          <p:nvPr/>
        </p:nvCxnSpPr>
        <p:spPr>
          <a:xfrm flipH="1">
            <a:off x="5317360" y="4835611"/>
            <a:ext cx="19696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CDC0E01-2AC5-E2CB-56F7-1481DED70972}"/>
              </a:ext>
            </a:extLst>
          </p:cNvPr>
          <p:cNvCxnSpPr>
            <a:cxnSpLocks/>
          </p:cNvCxnSpPr>
          <p:nvPr/>
        </p:nvCxnSpPr>
        <p:spPr>
          <a:xfrm flipH="1">
            <a:off x="1087220" y="4946821"/>
            <a:ext cx="40579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Arc 43">
            <a:extLst>
              <a:ext uri="{FF2B5EF4-FFF2-40B4-BE49-F238E27FC236}">
                <a16:creationId xmlns:a16="http://schemas.microsoft.com/office/drawing/2014/main" id="{B91D838F-AFE3-BCB2-CE1C-F8A9EAF8E450}"/>
              </a:ext>
            </a:extLst>
          </p:cNvPr>
          <p:cNvSpPr/>
          <p:nvPr/>
        </p:nvSpPr>
        <p:spPr>
          <a:xfrm>
            <a:off x="1079299" y="5061097"/>
            <a:ext cx="692593" cy="684791"/>
          </a:xfrm>
          <a:prstGeom prst="arc">
            <a:avLst>
              <a:gd name="adj1" fmla="val 11603554"/>
              <a:gd name="adj2" fmla="val 10202418"/>
            </a:avLst>
          </a:prstGeom>
          <a:ln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Arc 1">
            <a:extLst>
              <a:ext uri="{FF2B5EF4-FFF2-40B4-BE49-F238E27FC236}">
                <a16:creationId xmlns:a16="http://schemas.microsoft.com/office/drawing/2014/main" id="{B39C9D6E-3FAF-ED66-49A8-EFD765CB790C}"/>
              </a:ext>
            </a:extLst>
          </p:cNvPr>
          <p:cNvSpPr/>
          <p:nvPr/>
        </p:nvSpPr>
        <p:spPr>
          <a:xfrm>
            <a:off x="9535761" y="4798824"/>
            <a:ext cx="692593" cy="684791"/>
          </a:xfrm>
          <a:prstGeom prst="arc">
            <a:avLst>
              <a:gd name="adj1" fmla="val 11603554"/>
              <a:gd name="adj2" fmla="val 10202418"/>
            </a:avLst>
          </a:prstGeom>
          <a:ln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07DDFF-F349-3CB2-8BBB-CED49FB2549E}"/>
              </a:ext>
            </a:extLst>
          </p:cNvPr>
          <p:cNvSpPr txBox="1"/>
          <p:nvPr/>
        </p:nvSpPr>
        <p:spPr>
          <a:xfrm>
            <a:off x="5574945" y="4498846"/>
            <a:ext cx="1432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Resource Information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C2B51A-7C56-2810-AF81-43E898467800}"/>
              </a:ext>
            </a:extLst>
          </p:cNvPr>
          <p:cNvSpPr txBox="1"/>
          <p:nvPr/>
        </p:nvSpPr>
        <p:spPr>
          <a:xfrm>
            <a:off x="3409439" y="4608714"/>
            <a:ext cx="1432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Resource Information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2246DF-DF85-1A00-6DCB-285CDE5ED83E}"/>
              </a:ext>
            </a:extLst>
          </p:cNvPr>
          <p:cNvSpPr txBox="1"/>
          <p:nvPr/>
        </p:nvSpPr>
        <p:spPr>
          <a:xfrm>
            <a:off x="988821" y="5654587"/>
            <a:ext cx="1610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Resource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179C85-06B0-8C19-ACDE-2CC9D07690A0}"/>
              </a:ext>
            </a:extLst>
          </p:cNvPr>
          <p:cNvSpPr txBox="1"/>
          <p:nvPr/>
        </p:nvSpPr>
        <p:spPr>
          <a:xfrm>
            <a:off x="9844920" y="5442167"/>
            <a:ext cx="1432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Resource Usage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3BF99B-F804-83BB-8D37-B28C3AEBB75C}"/>
              </a:ext>
            </a:extLst>
          </p:cNvPr>
          <p:cNvSpPr txBox="1"/>
          <p:nvPr/>
        </p:nvSpPr>
        <p:spPr>
          <a:xfrm>
            <a:off x="3614285" y="382772"/>
            <a:ext cx="54228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/>
              <a:t>AMSc</a:t>
            </a:r>
            <a:r>
              <a:rPr lang="en-US" sz="2000" b="1" dirty="0"/>
              <a:t> Resource Request Workflow Sequence</a:t>
            </a:r>
          </a:p>
        </p:txBody>
      </p:sp>
    </p:spTree>
    <p:extLst>
      <p:ext uri="{BB962C8B-B14F-4D97-AF65-F5344CB8AC3E}">
        <p14:creationId xmlns:p14="http://schemas.microsoft.com/office/powerpoint/2010/main" val="3966940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39</Words>
  <Application>Microsoft Macintosh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Maheshwari, Ketan</dc:creator>
  <cp:lastModifiedBy>Maheshwari, Ketan</cp:lastModifiedBy>
  <cp:revision>8</cp:revision>
  <dcterms:created xsi:type="dcterms:W3CDTF">2026-02-12T14:38:25Z</dcterms:created>
  <dcterms:modified xsi:type="dcterms:W3CDTF">2026-02-12T19:51:58Z</dcterms:modified>
</cp:coreProperties>
</file>